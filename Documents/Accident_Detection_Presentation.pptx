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AI-Powered Driver Drowsiness Detection and Smart Accident Alert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Automatic Vehicle Accident Detection and Rescue System</a:t>
            </a:r>
          </a:p>
          <a:p>
            <a:r>
              <a:t>Presented By: Student</a:t>
            </a:r>
          </a:p>
          <a:p>
            <a:r>
              <a:t>Department: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Road accidents caused by driver drowsiness are increasing.</a:t>
            </a:r>
          </a:p>
          <a:p>
            <a:r>
              <a:t>• System detects driver fatigue and accidents in real time.</a:t>
            </a:r>
          </a:p>
          <a:p>
            <a:r>
              <a:t>• Uses Arduino, MEMS sensor, ultrasonic sensor, and AI detection.</a:t>
            </a:r>
          </a:p>
          <a:p>
            <a:r>
              <a:t>• Alerts driver using buzzer and LCD.</a:t>
            </a:r>
          </a:p>
          <a:p>
            <a:r>
              <a:t>• Sends emergency alerts to improve rescue response.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Driver fatigue is a major cause of accidents.</a:t>
            </a:r>
          </a:p>
          <a:p>
            <a:r>
              <a:t>• Traditional systems cannot monitor driver alertness.</a:t>
            </a:r>
          </a:p>
          <a:p>
            <a:r>
              <a:t>• Proposed system continuously monitors driver behavior.</a:t>
            </a:r>
          </a:p>
          <a:p>
            <a:r>
              <a:t>• Detects drowsiness and potential accidents.</a:t>
            </a:r>
          </a:p>
          <a:p>
            <a:r>
              <a:t>• Improves road safety and reduces fatalities.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Many systems detect accidents only after they occur.</a:t>
            </a:r>
          </a:p>
          <a:p>
            <a:r>
              <a:t>• GPS and GSM used to send accident alerts.</a:t>
            </a:r>
          </a:p>
          <a:p>
            <a:r>
              <a:t>• Accelerometer sensors detect vehicle impact.</a:t>
            </a:r>
          </a:p>
          <a:p>
            <a:r>
              <a:t>Limitations:</a:t>
            </a:r>
          </a:p>
          <a:p>
            <a:r>
              <a:t>• No driver drowsiness detection.</a:t>
            </a:r>
          </a:p>
          <a:p>
            <a:r>
              <a:t>• Limited real-time monitoring.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Integrates sensors and AI technology.</a:t>
            </a:r>
          </a:p>
          <a:p>
            <a:r>
              <a:t>Components:</a:t>
            </a:r>
          </a:p>
          <a:p>
            <a:r>
              <a:t>• Arduino UNO</a:t>
            </a:r>
          </a:p>
          <a:p>
            <a:r>
              <a:t>• MEMS Sensor</a:t>
            </a:r>
          </a:p>
          <a:p>
            <a:r>
              <a:t>• Ultrasonic Sensor</a:t>
            </a:r>
          </a:p>
          <a:p>
            <a:r>
              <a:t>• Camera module</a:t>
            </a:r>
          </a:p>
          <a:p>
            <a:r>
              <a:t>• Buzzer and LCD display</a:t>
            </a:r>
          </a:p>
          <a:p>
            <a:r>
              <a:t>Provides real-time monitoring and alerts.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Modules in the system:</a:t>
            </a:r>
          </a:p>
          <a:p>
            <a:r>
              <a:t>• Video acquisition module</a:t>
            </a:r>
          </a:p>
          <a:p>
            <a:r>
              <a:t>• Image pre-processing</a:t>
            </a:r>
          </a:p>
          <a:p>
            <a:r>
              <a:t>• Face detection module</a:t>
            </a:r>
          </a:p>
          <a:p>
            <a:r>
              <a:t>• Eye detection and feature extraction</a:t>
            </a:r>
          </a:p>
          <a:p>
            <a:r>
              <a:t>• Drowsiness detection module</a:t>
            </a:r>
          </a:p>
          <a:p>
            <a:r>
              <a:t>• Alert generation module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Camera captures driver face.</a:t>
            </a:r>
          </a:p>
          <a:p>
            <a:r>
              <a:t>• AI algorithms analyze eye blinking and head movement.</a:t>
            </a:r>
          </a:p>
          <a:p>
            <a:r>
              <a:t>• MEMS sensor detects vibration and tilt.</a:t>
            </a:r>
          </a:p>
          <a:p>
            <a:r>
              <a:t>• Ultrasonic sensor measures obstacle distance.</a:t>
            </a:r>
          </a:p>
          <a:p>
            <a:r>
              <a:t>• Arduino processes all data and triggers alerts.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1: Power supply activates Arduino.</a:t>
            </a:r>
          </a:p>
          <a:p>
            <a:r>
              <a:t>Step 2: Sensors collect data continuously.</a:t>
            </a:r>
          </a:p>
          <a:p>
            <a:r>
              <a:t>Step 3: Arduino processes sensor inputs.</a:t>
            </a:r>
          </a:p>
          <a:p>
            <a:r>
              <a:t>Step 4: System detects drowsiness.</a:t>
            </a:r>
          </a:p>
          <a:p>
            <a:r>
              <a:t>Step 5: Buzzer alerts driver.</a:t>
            </a:r>
          </a:p>
          <a:p>
            <a:r>
              <a:t>Step 6: Accident triggers emergency notification.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Arduino UNO</a:t>
            </a:r>
          </a:p>
          <a:p>
            <a:r>
              <a:t>• MEMS Accelerometer</a:t>
            </a:r>
          </a:p>
          <a:p>
            <a:r>
              <a:t>• Ultrasonic Sensor</a:t>
            </a:r>
          </a:p>
          <a:p>
            <a:r>
              <a:t>• Camera Module</a:t>
            </a:r>
          </a:p>
          <a:p>
            <a:r>
              <a:t>• LCD Display</a:t>
            </a:r>
          </a:p>
          <a:p>
            <a:r>
              <a:t>• Buzzer</a:t>
            </a:r>
          </a:p>
          <a:p>
            <a:r>
              <a:t>• DC Motor</a:t>
            </a:r>
          </a:p>
          <a:p>
            <a:r>
              <a:t>• Power Supply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Arduino IDE</a:t>
            </a:r>
          </a:p>
          <a:p>
            <a:r>
              <a:t>• Embedded C Programming</a:t>
            </a:r>
          </a:p>
          <a:p>
            <a:r>
              <a:t>• Computer Vision Algorithms</a:t>
            </a:r>
          </a:p>
          <a:p>
            <a:r>
              <a:t>• Machine Learning Libraries</a:t>
            </a:r>
          </a:p>
          <a:p>
            <a:r>
              <a:t>• Serial Monitor for debugging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Provides intelligent vehicle safety system.</a:t>
            </a:r>
          </a:p>
          <a:p>
            <a:r>
              <a:t>• Detects driver drowsiness in real time.</a:t>
            </a:r>
          </a:p>
          <a:p>
            <a:r>
              <a:t>• Prevents accidents through alerts.</a:t>
            </a:r>
          </a:p>
          <a:p>
            <a:r>
              <a:t>• Sends emergency notifications for faster rescue.</a:t>
            </a:r>
          </a:p>
          <a:p>
            <a:r>
              <a:t>• Low-cost and reliable solution for road safety.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